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SignalDesk | Revenue Intelligence Inbox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The manager problem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44 selected source records: 30 calls + 14 meetings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Need to see activity, text coverage, routing and exceptions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Treat this as a selected sample, not a representative performance ranking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Main findings to validate in source JSON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M01: partner referral process needs scalable intake (turns 20–21)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M02: received vs issued invoice volumes have different certainty (turn 18)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C09: contact explicitly asks not to be named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Interface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Overview: unique records, usable text coverage, review queue, manual decisions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Inbox: search + source/route/review filters; click into source evidence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Detail: suggested routes vs manual override, rationale and manager note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Manager brief: priorities and limitations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Deliberately left out: CRM integrations, pipeline-value totals, win-probability forecasts, staff rankings and paid live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Routing &amp; output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Multi-route taxonomy: Sales follow-up, Sales coaching, Partner/vendor, Customer success, Internal coordination, Human review, Insufficient evidence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Each route creates a separate output while keeping the same source key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Manifest links each source revision to all active output paths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Difficult case: partner discussion may need both Partner/vendor and Sales follow-up; human review remains available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Manual decisions are stored separately from source payloads.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Checking a number and a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Metric check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Coverage = records with nonblank call transcript or at least one nonblank meeting turn ÷ selected records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Filter by source type and verify numerator/denominator against the inbox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Conclusion check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M02 turn 18: received volumes can use current AP usage; issued volumes are estimates because AR is being built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Product keeps uncertainty visible; does not treat both columns as equally certain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Confirm exact IDs and turns against the supplied JSON before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Trade-offs, AI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Deterministic rules assist routing; no paid/live AI model is called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Updated source text marks analysis stale/pending review rather than silently reusing old analysis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Rejected: rank reps by activity / assume meeting organiser is the seller; roles and sample representativeness are not established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LocalStorage persists on the same browser/device, not a shared backend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Next: stronger rule tests, server-side persistence, reviewed analysis refresh, accessible private deployment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Record a 3-minute narrated demo: overview → difficult route → duplicate import → manual correction → update → refresh →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